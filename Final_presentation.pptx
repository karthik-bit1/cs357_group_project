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b1b9fc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fb1b9fc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fb1b9fcb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fb1b9fcb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fb1b9fcb6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fb1b9fcb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fb1b9fcb6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fb1b9fcb6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fb1b9fcb6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fb1b9fcb6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fb1b9fcb6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fb1b9fcb6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568243b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1568243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Reverse Turing Test Game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Team: Karthik Reddy Akkala, Jkhari Harris, Samuel Boger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Proposal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Project was designed with the idea of using AI to both create a social deduction game as well as introduce others to the ways in which AI writes and composes text.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Idea is that players </a:t>
            </a:r>
            <a:r>
              <a:rPr lang="en-GB"/>
              <a:t>learn</a:t>
            </a:r>
            <a:r>
              <a:rPr lang="en-GB"/>
              <a:t> to copy the ways the AIs write, thus learning how to tell an AI’s writing from a human’s.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Rounds system and general gamification allow for the experience to be enjoyable and the learning to appear more </a:t>
            </a:r>
            <a:r>
              <a:rPr lang="en-GB"/>
              <a:t>subconsciously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Stakeholders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Game’s Club Member Bryce Svensen: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a Game’s Club Member, he wanted the software to have a web interface with start game button, typing, rounds, votings and elimination.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Professor David Henry: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As a Professor, he wanted the software to show the personalities of AI list to each one </a:t>
            </a:r>
            <a:r>
              <a:rPr lang="en-GB"/>
              <a:t>among</a:t>
            </a:r>
            <a:r>
              <a:rPr lang="en-GB"/>
              <a:t> 4 AI’s in the game and what module is it using and what are the suspicious AI writings that we can find in day to day text.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Requirements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Web </a:t>
            </a:r>
            <a:r>
              <a:rPr lang="en-GB"/>
              <a:t>based</a:t>
            </a:r>
            <a:r>
              <a:rPr lang="en-GB"/>
              <a:t>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 Button - Presented on the homescreen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Random Names - Given to all players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AI Personalities - Random personalities for 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Questions - List of Questions prompted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Responses - All players submit responses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Display - Show all players and their responses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Voting - Choice on who is eliminated the next 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Elimination - A player is removed from the 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Win/Lose - AI wins or human wins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Reset - restarts the game and all previous 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software has design to have various functionally, some main functionalities are </a:t>
            </a:r>
            <a:r>
              <a:rPr lang="en-GB"/>
              <a:t>mentioned</a:t>
            </a:r>
            <a:r>
              <a:rPr lang="en-GB"/>
              <a:t> below: 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</a:t>
            </a:r>
            <a:r>
              <a:rPr lang="en-GB"/>
              <a:t>tart_Game(): Initializes the game when start game is pressed by calling hintLoad(), </a:t>
            </a:r>
            <a:r>
              <a:rPr lang="en-GB"/>
              <a:t>generate_random_personalities(), get_next_question(), responseAI(), humanplayer().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hintLoad(): loads hints on how texts can be suspected as AI.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generate_random_personalities(): Generates random personalities for AI’s.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get_next_question(): Generates random questions, making sure that the same question is not covered twice.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responseAI(): Generates 4 AI responses returning as ai_answers.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humanplayer(): Asks for human input (human player response), call vote function, and show results function.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Callvote(): calls vote in each round after the human response is submitted.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show_results(): shows the results of human vote and ai votes after the tally_vote(), which combines human and AI votes, eliminates the player voted out and if human player voted out, then shows ‘you are eliminated’ and gives a play again option. After the final round if human is not voted out, ‘You win!’ and gives a play again option.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 Plan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/>
              <a:t>test</a:t>
            </a:r>
            <a:r>
              <a:rPr lang="en-GB"/>
              <a:t> plan is used to maintain the workflow of the software is efficient and to track whether the code changes have made any disturbance in the workflow.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Unit tests: (game logic)</a:t>
            </a:r>
            <a:endParaRPr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Game assigns 5 unique names to the players 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Game generates 4 of 3 different personalities for each AI.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Each question in the game is unique to one and another.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Tally votes from AI to eliminate one.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Counting Ai votes each round.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Each round removes the eliminated AI texts.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Play again button resets the game.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Each round renders AI responses before human response.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Integration tests: (streamlit workflow)</a:t>
            </a:r>
            <a:endParaRPr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Start button </a:t>
            </a:r>
            <a:r>
              <a:rPr lang="en-GB"/>
              <a:t>initializes</a:t>
            </a:r>
            <a:r>
              <a:rPr lang="en-GB"/>
              <a:t> the game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Human vote submission is given.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Human response is limited to 255 characters.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Game ends after three rounds and gives a play again button.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00"/>
              <a:t>4 games will be played to demonstrate how the game flow works.</a:t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311700" y="1778575"/>
            <a:ext cx="50670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Future Plans</a:t>
            </a:r>
            <a:endParaRPr sz="24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23575" y="2455050"/>
            <a:ext cx="5454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</a:pP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Create theme for the interface of the game.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</a:pP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Making the game a </a:t>
            </a: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multiplayer</a:t>
            </a: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with </a:t>
            </a: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at least</a:t>
            </a: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5 AI’s and 5 Human players.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</a:pP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Using different AI modules like </a:t>
            </a: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llama</a:t>
            </a: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4, claude opus.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</a:pP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Improving the prompting for AI voting.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</a:pPr>
            <a:r>
              <a:rPr lang="en-GB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Buffering each AI response before human response on the interface design.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482750" y="2172750"/>
            <a:ext cx="28761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